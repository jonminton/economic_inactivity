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060" r:id="rId4"/>
    <p:sldMasterId id="2147484090" r:id="rId5"/>
    <p:sldMasterId id="2147483897" r:id="rId6"/>
  </p:sldMasterIdLst>
  <p:notesMasterIdLst>
    <p:notesMasterId r:id="rId9"/>
  </p:notesMasterIdLst>
  <p:handoutMasterIdLst>
    <p:handoutMasterId r:id="rId10"/>
  </p:handoutMasterIdLst>
  <p:sldIdLst>
    <p:sldId id="302" r:id="rId7"/>
    <p:sldId id="289" r:id="rId8"/>
  </p:sldIdLst>
  <p:sldSz cx="16256000" cy="9144000"/>
  <p:notesSz cx="16256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0D44AB-A073-7D60-BA1A-C438E60870FB}" name="Joan Grady" initials="JG" userId="S::JoanG@actuaries.org.uk::ea9b7451-2a0e-4dbc-af87-c15c24a1a3e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B5"/>
    <a:srgbClr val="FCC50F"/>
    <a:srgbClr val="DC3E83"/>
    <a:srgbClr val="C11E44"/>
    <a:srgbClr val="E5712A"/>
    <a:srgbClr val="9400F8"/>
    <a:srgbClr val="6AA5CD"/>
    <a:srgbClr val="008151"/>
    <a:srgbClr val="1E3C69"/>
    <a:srgbClr val="EF2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31" autoAdjust="0"/>
    <p:restoredTop sz="96054" autoAdjust="0"/>
  </p:normalViewPr>
  <p:slideViewPr>
    <p:cSldViewPr snapToGrid="0">
      <p:cViewPr varScale="1">
        <p:scale>
          <a:sx n="53" d="100"/>
          <a:sy n="53" d="100"/>
        </p:scale>
        <p:origin x="1032" y="4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148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mma Smith" userId="85a094ca-b438-4032-a4fe-03cdc83d4f0a" providerId="ADAL" clId="{F9376869-727D-4E34-8DE2-30DB9FC5E847}"/>
    <pc:docChg chg="modSld delMainMaster">
      <pc:chgData name="Jemma Smith" userId="85a094ca-b438-4032-a4fe-03cdc83d4f0a" providerId="ADAL" clId="{F9376869-727D-4E34-8DE2-30DB9FC5E847}" dt="2026-07-20T13:57:12.253" v="4" actId="20577"/>
      <pc:docMkLst>
        <pc:docMk/>
      </pc:docMkLst>
      <pc:sldChg chg="modSp mod">
        <pc:chgData name="Jemma Smith" userId="85a094ca-b438-4032-a4fe-03cdc83d4f0a" providerId="ADAL" clId="{F9376869-727D-4E34-8DE2-30DB9FC5E847}" dt="2026-07-20T13:57:12.253" v="4" actId="20577"/>
        <pc:sldMkLst>
          <pc:docMk/>
          <pc:sldMk cId="4236968464" sldId="289"/>
        </pc:sldMkLst>
        <pc:spChg chg="mod">
          <ac:chgData name="Jemma Smith" userId="85a094ca-b438-4032-a4fe-03cdc83d4f0a" providerId="ADAL" clId="{F9376869-727D-4E34-8DE2-30DB9FC5E847}" dt="2026-07-20T13:57:12.253" v="4" actId="20577"/>
          <ac:spMkLst>
            <pc:docMk/>
            <pc:sldMk cId="4236968464" sldId="289"/>
            <ac:spMk id="24" creationId="{FAC9A0FB-576E-47BE-729D-0DAFE0344F79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2AF34AD-F03B-4FCC-A905-C259F7E725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F79ADB-1ABD-4395-9516-7A28E16E51E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96F64C-A6EA-4D30-8F6F-207E6D8A5736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FA6EF5-6A30-48E5-86A7-B845C3DFB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0FA5C3-F50C-433C-ADF9-A540F6B4384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4B978-5BC6-4E2E-9C92-7C2758F321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25636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4061F-76E8-7547-8257-4E48B24CCEA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84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625600" y="4400550"/>
            <a:ext cx="1300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DC993-C0AB-7145-A5E3-AB377573B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85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8DC993-C0AB-7145-A5E3-AB377573BF8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595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30A36B0-3645-2D4E-5091-6E9F267DFA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6200000">
            <a:off x="-5815115" y="-1003495"/>
            <a:ext cx="12640733" cy="90711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A47AF0-8829-2C0D-597E-33E16B982D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7379320">
            <a:off x="10602392" y="-758731"/>
            <a:ext cx="12640733" cy="907119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86804" y="3896206"/>
            <a:ext cx="7882392" cy="18365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7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2CC90-F950-8886-A0EB-8ABBD93C8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81798" y="2438316"/>
            <a:ext cx="2692398" cy="10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88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14020800" cy="5659894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97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1562793"/>
            <a:ext cx="6896104" cy="6467302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02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575035"/>
            <a:ext cx="6896104" cy="745506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24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6896104" cy="545931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229600" y="2269322"/>
            <a:ext cx="6896104" cy="5459309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4833094-AB27-5E56-D6CB-92FC23315C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081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632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1BF38F80-87B4-544B-DF12-C4A9BD9565B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861501" y="2288900"/>
            <a:ext cx="4435365" cy="5784615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D3A9E38-14F9-AA40-C02D-6282D487A77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8"/>
            <a:ext cx="4435365" cy="578461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4435365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0994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CED9682E-9637-9A79-3C2C-9884B99CC38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692953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441C2E98-E532-B7AA-99DE-FDD3C8C7909C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68306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4C4DF2BD-647C-8875-244B-203CEF15829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1843658" y="2269322"/>
            <a:ext cx="3193143" cy="5784601"/>
          </a:xfrm>
        </p:spPr>
        <p:txBody>
          <a:bodyPr>
            <a:noAutofit/>
          </a:bodyPr>
          <a:lstStyle>
            <a:lvl1pPr marL="30479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00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51A82075-318E-FE63-214B-277AB26AD9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4020798" cy="5895552"/>
          </a:xfrm>
        </p:spPr>
        <p:txBody>
          <a:bodyPr numCol="2" spcCol="540000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insert text which flows over 2 columns</a:t>
            </a:r>
          </a:p>
        </p:txBody>
      </p:sp>
    </p:spTree>
    <p:extLst>
      <p:ext uri="{BB962C8B-B14F-4D97-AF65-F5344CB8AC3E}">
        <p14:creationId xmlns:p14="http://schemas.microsoft.com/office/powerpoint/2010/main" val="27819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277027B-C185-A30F-5AED-F092B2367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112532"/>
            <a:ext cx="13985257" cy="5625287"/>
          </a:xfrm>
        </p:spPr>
        <p:txBody>
          <a:bodyPr numCol="3" spcCol="360000"/>
          <a:lstStyle>
            <a:lvl1pPr marL="0" indent="0" algn="l">
              <a:buNone/>
              <a:defRPr/>
            </a:lvl1pPr>
          </a:lstStyle>
          <a:p>
            <a:pPr lvl="0"/>
            <a:r>
              <a:rPr lang="en-GB" dirty="0"/>
              <a:t>Click to insert text which flows over 3 columns</a:t>
            </a:r>
          </a:p>
        </p:txBody>
      </p:sp>
    </p:spTree>
    <p:extLst>
      <p:ext uri="{BB962C8B-B14F-4D97-AF65-F5344CB8AC3E}">
        <p14:creationId xmlns:p14="http://schemas.microsoft.com/office/powerpoint/2010/main" val="2619942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D0E0B45-EF5B-71C0-EE7B-7084218663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3985257" cy="6036278"/>
          </a:xfrm>
        </p:spPr>
        <p:txBody>
          <a:bodyPr numCol="4" spcCol="360000"/>
          <a:lstStyle>
            <a:lvl1pPr marL="0" indent="0">
              <a:buNone/>
              <a:defRPr b="0" i="0">
                <a:latin typeface="Arial Light" pitchFamily="2" charset="77"/>
                <a:cs typeface="Arial" panose="020B0604020202020204" pitchFamily="34" charset="0"/>
              </a:defRPr>
            </a:lvl1pPr>
            <a:lvl2pPr>
              <a:defRPr b="0" i="0">
                <a:latin typeface="Arial Light" pitchFamily="2" charset="77"/>
                <a:cs typeface="Arial" panose="020B0604020202020204" pitchFamily="34" charset="0"/>
              </a:defRPr>
            </a:lvl2pPr>
            <a:lvl3pPr>
              <a:defRPr b="0" i="0">
                <a:latin typeface="Arial Light" pitchFamily="2" charset="77"/>
                <a:cs typeface="Arial" panose="020B0604020202020204" pitchFamily="34" charset="0"/>
              </a:defRPr>
            </a:lvl3pPr>
            <a:lvl4pPr>
              <a:defRPr b="0" i="0">
                <a:latin typeface="Arial Light" pitchFamily="2" charset="77"/>
                <a:cs typeface="Arial" panose="020B0604020202020204" pitchFamily="34" charset="0"/>
              </a:defRPr>
            </a:lvl4pPr>
            <a:lvl5pPr>
              <a:defRPr b="0" i="0">
                <a:latin typeface="Arial Light" pitchFamily="2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insert text which flows over 4 columns</a:t>
            </a:r>
          </a:p>
        </p:txBody>
      </p:sp>
    </p:spTree>
    <p:extLst>
      <p:ext uri="{BB962C8B-B14F-4D97-AF65-F5344CB8AC3E}">
        <p14:creationId xmlns:p14="http://schemas.microsoft.com/office/powerpoint/2010/main" val="366883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8CB7FDC-00A7-7B90-CE40-65AA02F36E9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104904" y="2269323"/>
            <a:ext cx="9177279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 baseline="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45924F48-10A6-D386-6573-95AAB40DB4AE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9"/>
            <a:ext cx="4514118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one of the icons</a:t>
            </a:r>
            <a:br>
              <a:rPr lang="en-GB" dirty="0"/>
            </a:br>
            <a:r>
              <a:rPr lang="en-GB" dirty="0"/>
              <a:t>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90F4604-732A-2FB0-E6FF-0331577B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EEF7A8-D589-FB0C-1734-28318341D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20053E3-B033-D924-C090-76A8F4A33F9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85256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56508B-9D1D-4B9C-D356-97C518AE3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308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78358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</a:t>
            </a:r>
            <a:br>
              <a:rPr lang="en-GB" dirty="0"/>
            </a:br>
            <a:r>
              <a:rPr lang="en-GB" dirty="0"/>
              <a:t>of the icons below to insert media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78358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B29DB11-D16E-4E32-9950-179FAF3546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274629" y="405087"/>
            <a:ext cx="5863772" cy="7304742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78358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087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87375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438339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  <a:p>
            <a:pPr lvl="4"/>
            <a:endParaRPr lang="en-GB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87375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3FC21040-7C3A-D93A-BACC-D0E0F715F6F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163331" y="405087"/>
            <a:ext cx="4975070" cy="341085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CA7DC709-43C4-BE86-719C-D5983D073DB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163331" y="4122058"/>
            <a:ext cx="4975070" cy="356920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1B7872-CCAD-289C-1C26-F2E8BFC8556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87375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768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1E54B20A-0ED5-60AB-9116-D7F540559CA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22858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17599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23">
            <a:extLst>
              <a:ext uri="{FF2B5EF4-FFF2-40B4-BE49-F238E27FC236}">
                <a16:creationId xmlns:a16="http://schemas.microsoft.com/office/drawing/2014/main" id="{BE21E811-6F8B-2D50-58A6-ACEE6EA28B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7458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50608C-32BB-CCC4-447F-12ECBE13C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80A7FBBD-F834-15B2-2E8F-951D0E1E44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4822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7" name="Picture Placeholder 23">
            <a:extLst>
              <a:ext uri="{FF2B5EF4-FFF2-40B4-BE49-F238E27FC236}">
                <a16:creationId xmlns:a16="http://schemas.microsoft.com/office/drawing/2014/main" id="{53AB13EF-0BA9-6520-3A3D-C0EFE0FD43A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706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F1B95EC-FF59-D907-FFE4-D9726189FAA6}"/>
              </a:ext>
            </a:extLst>
          </p:cNvPr>
          <p:cNvSpPr txBox="1">
            <a:spLocks/>
          </p:cNvSpPr>
          <p:nvPr userDrawn="1"/>
        </p:nvSpPr>
        <p:spPr>
          <a:xfrm>
            <a:off x="59653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10E7CABF-5EAF-F4E1-72CE-E3591D5B4F9C}"/>
              </a:ext>
            </a:extLst>
          </p:cNvPr>
          <p:cNvSpPr txBox="1">
            <a:spLocks/>
          </p:cNvSpPr>
          <p:nvPr userDrawn="1"/>
        </p:nvSpPr>
        <p:spPr>
          <a:xfrm>
            <a:off x="107405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3325471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umbnail gall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32110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0CD1E30-D050-4126-D7E1-07DB4F673A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2109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FED0EADB-D05B-A497-5CC0-51E46F04F7E2}"/>
              </a:ext>
            </a:extLst>
          </p:cNvPr>
          <p:cNvSpPr txBox="1">
            <a:spLocks/>
          </p:cNvSpPr>
          <p:nvPr userDrawn="1"/>
        </p:nvSpPr>
        <p:spPr>
          <a:xfrm>
            <a:off x="4746168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3306FA8E-5404-C01E-927B-29F904AA8F9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46167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0A93B9D-5E0A-A718-C13B-FE01C42D559F}"/>
              </a:ext>
            </a:extLst>
          </p:cNvPr>
          <p:cNvSpPr txBox="1">
            <a:spLocks/>
          </p:cNvSpPr>
          <p:nvPr userDrawn="1"/>
        </p:nvSpPr>
        <p:spPr>
          <a:xfrm>
            <a:off x="8360226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E7A50FA6-8234-EA95-2A47-39241CFC07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60225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6A0D816E-D4AF-433A-69BE-807521951344}"/>
              </a:ext>
            </a:extLst>
          </p:cNvPr>
          <p:cNvSpPr txBox="1">
            <a:spLocks/>
          </p:cNvSpPr>
          <p:nvPr userDrawn="1"/>
        </p:nvSpPr>
        <p:spPr>
          <a:xfrm>
            <a:off x="11974283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37D36736-E5C4-D510-24F7-E3E8DA889F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974282" y="522284"/>
            <a:ext cx="3106738" cy="2076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75E8601B-5C57-0BE3-4F75-8296F81EC500}"/>
              </a:ext>
            </a:extLst>
          </p:cNvPr>
          <p:cNvSpPr txBox="1">
            <a:spLocks/>
          </p:cNvSpPr>
          <p:nvPr userDrawn="1"/>
        </p:nvSpPr>
        <p:spPr>
          <a:xfrm>
            <a:off x="1132110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B246A558-3A99-3774-978B-079E67BE5A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32109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9FF048B5-45F9-1E6F-B7DA-5CDF2F524748}"/>
              </a:ext>
            </a:extLst>
          </p:cNvPr>
          <p:cNvSpPr txBox="1">
            <a:spLocks/>
          </p:cNvSpPr>
          <p:nvPr userDrawn="1"/>
        </p:nvSpPr>
        <p:spPr>
          <a:xfrm>
            <a:off x="4746168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3881D084-0D11-14A0-776A-7C423BA18C5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46167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5B67010-4466-C4F2-6B31-8F7360F681A1}"/>
              </a:ext>
            </a:extLst>
          </p:cNvPr>
          <p:cNvSpPr txBox="1">
            <a:spLocks/>
          </p:cNvSpPr>
          <p:nvPr userDrawn="1"/>
        </p:nvSpPr>
        <p:spPr>
          <a:xfrm>
            <a:off x="8360226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DAB7F4E5-A04F-BBF5-81F4-67355D1637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60225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4C42F6C7-AAC2-8778-499D-C164828408DF}"/>
              </a:ext>
            </a:extLst>
          </p:cNvPr>
          <p:cNvSpPr txBox="1">
            <a:spLocks/>
          </p:cNvSpPr>
          <p:nvPr userDrawn="1"/>
        </p:nvSpPr>
        <p:spPr>
          <a:xfrm>
            <a:off x="11974283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0" name="Picture Placeholder 23">
            <a:extLst>
              <a:ext uri="{FF2B5EF4-FFF2-40B4-BE49-F238E27FC236}">
                <a16:creationId xmlns:a16="http://schemas.microsoft.com/office/drawing/2014/main" id="{5EFAAFFD-4B6F-A01D-FB8D-E1CEE2ADB98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1974282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0E4A8696-1F8F-C702-AC0F-D9C70FA977DB}"/>
              </a:ext>
            </a:extLst>
          </p:cNvPr>
          <p:cNvSpPr txBox="1">
            <a:spLocks/>
          </p:cNvSpPr>
          <p:nvPr userDrawn="1"/>
        </p:nvSpPr>
        <p:spPr>
          <a:xfrm>
            <a:off x="1132110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2" name="Picture Placeholder 23">
            <a:extLst>
              <a:ext uri="{FF2B5EF4-FFF2-40B4-BE49-F238E27FC236}">
                <a16:creationId xmlns:a16="http://schemas.microsoft.com/office/drawing/2014/main" id="{48525AE3-22AF-AB5E-B257-E390E05DCF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2109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2DB5F926-5570-5FB5-10F3-958A3436E4B2}"/>
              </a:ext>
            </a:extLst>
          </p:cNvPr>
          <p:cNvSpPr txBox="1">
            <a:spLocks/>
          </p:cNvSpPr>
          <p:nvPr userDrawn="1"/>
        </p:nvSpPr>
        <p:spPr>
          <a:xfrm>
            <a:off x="4746168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4" name="Picture Placeholder 23">
            <a:extLst>
              <a:ext uri="{FF2B5EF4-FFF2-40B4-BE49-F238E27FC236}">
                <a16:creationId xmlns:a16="http://schemas.microsoft.com/office/drawing/2014/main" id="{1C6351E8-B42F-7A4F-3F19-3E005A51DB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46167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504FC3D-6ABC-68D4-8027-CE6DFF05BF6B}"/>
              </a:ext>
            </a:extLst>
          </p:cNvPr>
          <p:cNvSpPr txBox="1">
            <a:spLocks/>
          </p:cNvSpPr>
          <p:nvPr userDrawn="1"/>
        </p:nvSpPr>
        <p:spPr>
          <a:xfrm>
            <a:off x="8360226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6" name="Picture Placeholder 23">
            <a:extLst>
              <a:ext uri="{FF2B5EF4-FFF2-40B4-BE49-F238E27FC236}">
                <a16:creationId xmlns:a16="http://schemas.microsoft.com/office/drawing/2014/main" id="{38E88081-1294-4E5E-E7B8-648E83EA9E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60225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0D01F23B-2855-CC9C-BD6F-B9DA99CEA871}"/>
              </a:ext>
            </a:extLst>
          </p:cNvPr>
          <p:cNvSpPr txBox="1">
            <a:spLocks/>
          </p:cNvSpPr>
          <p:nvPr userDrawn="1"/>
        </p:nvSpPr>
        <p:spPr>
          <a:xfrm>
            <a:off x="11974283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8" name="Picture Placeholder 23">
            <a:extLst>
              <a:ext uri="{FF2B5EF4-FFF2-40B4-BE49-F238E27FC236}">
                <a16:creationId xmlns:a16="http://schemas.microsoft.com/office/drawing/2014/main" id="{A1802AC9-D438-0940-F6FA-4EF796B507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974282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212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601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3577C-5ADA-DE55-B128-83AA66D6C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18304-6C36-249F-E42A-4B587A18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1768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2155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out footer - Backgrou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141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.png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F25C570-C0B9-76B3-4BFD-E6B3A057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630D8FD-A6F6-6EE4-2434-A38016314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D3F4E8-5CDA-8955-4BFE-A2FCDD5BA01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635"/>
            <a:ext cx="1366353" cy="554629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CA03778-E4AF-D519-D257-3D5B728D22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516921-5FEC-FB3B-75CE-FB6663376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B708CF7-AFA2-B03F-3762-97D636B572D0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886170-12CD-9DF7-29C3-124E4C5EF48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686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9" r:id="rId1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4400" b="1" i="0" kern="1200" spc="-15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04792" indent="-304792" algn="l" defTabSz="1219170" rtl="0" eaLnBrk="1" latinLnBrk="0" hangingPunct="1">
        <a:lnSpc>
          <a:spcPct val="100000"/>
        </a:lnSpc>
        <a:spcBef>
          <a:spcPts val="1333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1pPr>
      <a:lvl2pPr marL="91437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2pPr>
      <a:lvl3pPr marL="1523962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3pPr>
      <a:lvl4pPr marL="213354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4pPr>
      <a:lvl5pPr marL="2743131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F9E5E3-50B6-4FBB-92A3-9FF023DDE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8E6F-0121-4691-8E7F-4F7004A7C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5B6EA79-ADD6-536F-9385-DD3D12B23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E2592FD6-5F90-36CF-89E1-38DFB0DCD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B2459A5-41A4-9F91-CD93-561B1A34EFD3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93BB4BF-B293-D332-15CC-111A2FEAA3D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59BA104-4A55-2960-85E0-106CAE1FF314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6" y="8348635"/>
            <a:ext cx="1366351" cy="55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69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1" r:id="rId1"/>
    <p:sldLayoutId id="2147484092" r:id="rId2"/>
    <p:sldLayoutId id="2147484093" r:id="rId3"/>
    <p:sldLayoutId id="2147484094" r:id="rId4"/>
    <p:sldLayoutId id="2147484095" r:id="rId5"/>
    <p:sldLayoutId id="2147484096" r:id="rId6"/>
    <p:sldLayoutId id="2147484097" r:id="rId7"/>
    <p:sldLayoutId id="2147484098" r:id="rId8"/>
    <p:sldLayoutId id="2147484099" r:id="rId9"/>
    <p:sldLayoutId id="2147484100" r:id="rId10"/>
    <p:sldLayoutId id="2147484101" r:id="rId11"/>
    <p:sldLayoutId id="2147484102" r:id="rId12"/>
    <p:sldLayoutId id="2147484103" r:id="rId13"/>
    <p:sldLayoutId id="2147484104" r:id="rId14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4400" b="1" i="0" kern="1200" spc="-15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04792" indent="-304792" algn="l" defTabSz="1219170" rtl="0" eaLnBrk="1" latinLnBrk="0" hangingPunct="1">
        <a:lnSpc>
          <a:spcPct val="100000"/>
        </a:lnSpc>
        <a:spcBef>
          <a:spcPts val="1333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37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743131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F9E5E3-50B6-4FBB-92A3-9FF023DDE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8E6F-0121-4691-8E7F-4F7004A7C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644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42F200D-848E-FCA7-CEE7-C3A16BDD429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635"/>
            <a:ext cx="1366353" cy="554629"/>
          </a:xfrm>
          <a:prstGeom prst="rect">
            <a:avLst/>
          </a:prstGeom>
        </p:spPr>
      </p:pic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BD97F80B-912B-9BAB-E4A2-3A8BC13360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0C107E2B-92C7-C410-9DB1-828DE7DBBB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974C6E-57E6-DAC2-B12F-C7C5F8AA94F5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0E9DA1-EA1C-F4E2-697B-CF7B512536B1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9549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899" r:id="rId2"/>
    <p:sldLayoutId id="2147484133" r:id="rId3"/>
    <p:sldLayoutId id="2147484109" r:id="rId4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4400" b="1" i="0" kern="1200" spc="-15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04792" indent="-304792" algn="l" defTabSz="1219170" rtl="0" eaLnBrk="1" latinLnBrk="0" hangingPunct="1">
        <a:lnSpc>
          <a:spcPct val="100000"/>
        </a:lnSpc>
        <a:spcBef>
          <a:spcPts val="1333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37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743131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BBF01D-71AF-2AA4-9C97-E43E574E7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1A352A-E150-6CA4-17A5-C5CC01DA6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359CE-CB65-7948-B2AD-96F3742DE3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FC62D0-A2F2-4BF8-8DAC-E86C11000EC3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284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E522A-9BCE-0EBA-EBF1-0F652F803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7FA64B-12F8-4C98-2C9E-E0E9C4757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5725775" y="8382000"/>
            <a:ext cx="530225" cy="487363"/>
          </a:xfrm>
        </p:spPr>
        <p:txBody>
          <a:bodyPr/>
          <a:lstStyle/>
          <a:p>
            <a:fld id="{40FC62D0-A2F2-4BF8-8DAC-E86C11000EC3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E30CC-EFA4-AE8D-65DF-BFF069833A9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8382000"/>
            <a:ext cx="11368088" cy="487363"/>
          </a:xfrm>
        </p:spPr>
        <p:txBody>
          <a:bodyPr/>
          <a:lstStyle/>
          <a:p>
            <a:r>
              <a:rPr lang="en-GB" dirty="0"/>
              <a:t>IFOA PowerPoint template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841C69-290D-DEF0-CA9E-743E0F71021A}"/>
              </a:ext>
            </a:extLst>
          </p:cNvPr>
          <p:cNvSpPr/>
          <p:nvPr/>
        </p:nvSpPr>
        <p:spPr>
          <a:xfrm>
            <a:off x="6770178" y="-2346"/>
            <a:ext cx="9632176" cy="9146346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27280A0-E406-4465-5174-EFB875B5B17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420"/>
          <a:stretch>
            <a:fillRect/>
          </a:stretch>
        </p:blipFill>
        <p:spPr>
          <a:xfrm>
            <a:off x="9252563" y="3693140"/>
            <a:ext cx="6324600" cy="4732123"/>
          </a:xfrm>
          <a:prstGeom prst="rect">
            <a:avLst/>
          </a:prstGeom>
        </p:spPr>
      </p:pic>
      <p:pic>
        <p:nvPicPr>
          <p:cNvPr id="9" name="Picture 8" descr="A screenshot of a presentation&#10;&#10;AI-generated content may be incorrect.">
            <a:extLst>
              <a:ext uri="{FF2B5EF4-FFF2-40B4-BE49-F238E27FC236}">
                <a16:creationId xmlns:a16="http://schemas.microsoft.com/office/drawing/2014/main" id="{85DA7FB1-58BF-5BE7-4276-AA5999D3EB9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3" t="50701" r="-553" b="5988"/>
          <a:stretch>
            <a:fillRect/>
          </a:stretch>
        </p:blipFill>
        <p:spPr>
          <a:xfrm>
            <a:off x="7331528" y="-2346"/>
            <a:ext cx="5499100" cy="2761275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639D6C-3307-9FF5-DF81-CA347A284168}"/>
              </a:ext>
            </a:extLst>
          </p:cNvPr>
          <p:cNvSpPr/>
          <p:nvPr/>
        </p:nvSpPr>
        <p:spPr>
          <a:xfrm>
            <a:off x="7451111" y="2268301"/>
            <a:ext cx="5384800" cy="458469"/>
          </a:xfrm>
          <a:prstGeom prst="roundRect">
            <a:avLst/>
          </a:prstGeom>
          <a:noFill/>
          <a:ln w="635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7A55F83-081F-B359-8217-C179128A84F2}"/>
              </a:ext>
            </a:extLst>
          </p:cNvPr>
          <p:cNvSpPr txBox="1">
            <a:spLocks/>
          </p:cNvSpPr>
          <p:nvPr/>
        </p:nvSpPr>
        <p:spPr>
          <a:xfrm>
            <a:off x="6881586" y="1904188"/>
            <a:ext cx="449942" cy="465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cap="none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2000" b="0" spc="0" dirty="0">
                <a:solidFill>
                  <a:schemeClr val="accent3"/>
                </a:solidFill>
              </a:rPr>
              <a:t>1.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19FE04D-35B3-287B-70A3-A53C069E9417}"/>
              </a:ext>
            </a:extLst>
          </p:cNvPr>
          <p:cNvSpPr txBox="1">
            <a:spLocks/>
          </p:cNvSpPr>
          <p:nvPr/>
        </p:nvSpPr>
        <p:spPr>
          <a:xfrm>
            <a:off x="7042125" y="3513197"/>
            <a:ext cx="449942" cy="465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cap="none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2000" b="0" spc="0" dirty="0">
                <a:solidFill>
                  <a:schemeClr val="accent3"/>
                </a:solidFill>
              </a:rPr>
              <a:t>2.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6E1BFB3-9C7F-0F5B-7FC0-2BD4F89537B9}"/>
              </a:ext>
            </a:extLst>
          </p:cNvPr>
          <p:cNvSpPr txBox="1">
            <a:spLocks/>
          </p:cNvSpPr>
          <p:nvPr/>
        </p:nvSpPr>
        <p:spPr>
          <a:xfrm>
            <a:off x="7136494" y="5066732"/>
            <a:ext cx="449942" cy="465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cap="none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2000" b="0" spc="0" dirty="0">
                <a:solidFill>
                  <a:schemeClr val="accent3"/>
                </a:solidFill>
              </a:rPr>
              <a:t>3.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F3C34D4-A448-2E0C-C3A3-0ED1859CD684}"/>
              </a:ext>
            </a:extLst>
          </p:cNvPr>
          <p:cNvSpPr txBox="1">
            <a:spLocks/>
          </p:cNvSpPr>
          <p:nvPr/>
        </p:nvSpPr>
        <p:spPr>
          <a:xfrm>
            <a:off x="12956768" y="6768088"/>
            <a:ext cx="451172" cy="46504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cap="none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2000" b="0" spc="0" dirty="0">
                <a:solidFill>
                  <a:schemeClr val="accent3"/>
                </a:solidFill>
              </a:rPr>
              <a:t>4.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9AEDE7-0A97-12BC-D150-4B09C4E0D871}"/>
              </a:ext>
            </a:extLst>
          </p:cNvPr>
          <p:cNvSpPr txBox="1"/>
          <p:nvPr/>
        </p:nvSpPr>
        <p:spPr>
          <a:xfrm>
            <a:off x="13260388" y="1861404"/>
            <a:ext cx="209640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First make sure no slides are pre-selected. Your cursor should be a blinking horizontal line underneath the last slide.</a:t>
            </a:r>
          </a:p>
        </p:txBody>
      </p:sp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D86D345-4B7A-5978-2231-838908A834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1517" y="3280004"/>
            <a:ext cx="749300" cy="8636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5A5BEFC-4AE3-72B0-0271-556E417DA6FA}"/>
              </a:ext>
            </a:extLst>
          </p:cNvPr>
          <p:cNvSpPr/>
          <p:nvPr/>
        </p:nvSpPr>
        <p:spPr>
          <a:xfrm>
            <a:off x="7548550" y="3209943"/>
            <a:ext cx="1077584" cy="1003721"/>
          </a:xfrm>
          <a:prstGeom prst="roundRect">
            <a:avLst/>
          </a:prstGeom>
          <a:noFill/>
          <a:ln w="635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DE57DE-BD6F-2E39-F43F-C6777114F5AC}"/>
              </a:ext>
            </a:extLst>
          </p:cNvPr>
          <p:cNvSpPr txBox="1"/>
          <p:nvPr/>
        </p:nvSpPr>
        <p:spPr>
          <a:xfrm>
            <a:off x="7517390" y="4927129"/>
            <a:ext cx="15792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Layouts </a:t>
            </a:r>
            <a:br>
              <a:rPr lang="en-US" sz="1200" dirty="0"/>
            </a:br>
            <a:r>
              <a:rPr lang="en-US" sz="1200" dirty="0"/>
              <a:t>are </a:t>
            </a:r>
            <a:r>
              <a:rPr lang="en-US" sz="1200" dirty="0" err="1"/>
              <a:t>organised</a:t>
            </a:r>
            <a:r>
              <a:rPr lang="en-US" sz="1200" dirty="0"/>
              <a:t> </a:t>
            </a:r>
          </a:p>
          <a:p>
            <a:r>
              <a:rPr lang="en-US" sz="1200" dirty="0"/>
              <a:t>into categories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B069B28-F6ED-9F97-8E70-A774D67183C8}"/>
              </a:ext>
            </a:extLst>
          </p:cNvPr>
          <p:cNvCxnSpPr>
            <a:cxnSpLocks/>
          </p:cNvCxnSpPr>
          <p:nvPr/>
        </p:nvCxnSpPr>
        <p:spPr>
          <a:xfrm flipV="1">
            <a:off x="8594196" y="3812084"/>
            <a:ext cx="658367" cy="1272699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97C5564-FF97-3729-3297-0DE2B476CDEC}"/>
              </a:ext>
            </a:extLst>
          </p:cNvPr>
          <p:cNvCxnSpPr>
            <a:cxnSpLocks/>
          </p:cNvCxnSpPr>
          <p:nvPr/>
        </p:nvCxnSpPr>
        <p:spPr>
          <a:xfrm>
            <a:off x="8594196" y="5573460"/>
            <a:ext cx="709867" cy="1563340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743A0B0B-495B-8F73-0CD9-11B64A925ECF}"/>
              </a:ext>
            </a:extLst>
          </p:cNvPr>
          <p:cNvSpPr txBox="1">
            <a:spLocks/>
          </p:cNvSpPr>
          <p:nvPr/>
        </p:nvSpPr>
        <p:spPr>
          <a:xfrm>
            <a:off x="778211" y="982663"/>
            <a:ext cx="3349625" cy="5445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400" spc="0"/>
              <a:t>Let’s get you started!</a:t>
            </a:r>
            <a:endParaRPr lang="en-US" sz="2400" spc="0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AC9A0FB-576E-47BE-729D-0DAFE0344F79}"/>
              </a:ext>
            </a:extLst>
          </p:cNvPr>
          <p:cNvSpPr txBox="1">
            <a:spLocks/>
          </p:cNvSpPr>
          <p:nvPr/>
        </p:nvSpPr>
        <p:spPr>
          <a:xfrm>
            <a:off x="778211" y="2495550"/>
            <a:ext cx="5602288" cy="3968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4792" indent="-304792" algn="l" defTabSz="1219170" rtl="0" eaLnBrk="1" latinLnBrk="0" hangingPunct="1">
              <a:lnSpc>
                <a:spcPct val="100000"/>
              </a:lnSpc>
              <a:spcBef>
                <a:spcPts val="1333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914377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523962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2133547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743131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3352716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000" dirty="0"/>
              <a:t>This template contains a variety of</a:t>
            </a:r>
            <a:br>
              <a:rPr lang="en-US" sz="2000" dirty="0"/>
            </a:br>
            <a:r>
              <a:rPr lang="en-US" sz="2000" dirty="0"/>
              <a:t>pre-defined, customizable layouts.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Follow the steps below to insert a new slide: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Make sure no existing slides are selected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Click 'Home', then 'New slide'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Select your preferred layout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The layout will load into your deck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Add your content and adjust the </a:t>
            </a:r>
            <a:br>
              <a:rPr lang="en-US" sz="2000" dirty="0"/>
            </a:br>
            <a:r>
              <a:rPr lang="en-US" sz="2000" dirty="0"/>
              <a:t>slide to suit </a:t>
            </a:r>
            <a:r>
              <a:rPr lang="en-US" sz="2000"/>
              <a:t>your needs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C4F85ACA-4A98-5FCB-0C68-A23E32728388}"/>
              </a:ext>
            </a:extLst>
          </p:cNvPr>
          <p:cNvSpPr txBox="1">
            <a:spLocks/>
          </p:cNvSpPr>
          <p:nvPr/>
        </p:nvSpPr>
        <p:spPr>
          <a:xfrm>
            <a:off x="778211" y="1627188"/>
            <a:ext cx="4638675" cy="6731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04792" indent="-304792" algn="l" defTabSz="1219170" rtl="0" eaLnBrk="1" latinLnBrk="0" hangingPunct="1">
              <a:lnSpc>
                <a:spcPct val="100000"/>
              </a:lnSpc>
              <a:spcBef>
                <a:spcPts val="1333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914377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523962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2133547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743131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3352716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b="1"/>
              <a:t>Insert a new slide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6968464"/>
      </p:ext>
    </p:extLst>
  </p:cSld>
  <p:clrMapOvr>
    <a:masterClrMapping/>
  </p:clrMapOvr>
</p:sld>
</file>

<file path=ppt/theme/theme1.xml><?xml version="1.0" encoding="utf-8"?>
<a:theme xmlns:a="http://schemas.openxmlformats.org/drawingml/2006/main" name="Conference Cover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2.xml><?xml version="1.0" encoding="utf-8"?>
<a:theme xmlns:a="http://schemas.openxmlformats.org/drawingml/2006/main" name="1_Content slide layout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3.xml><?xml version="1.0" encoding="utf-8"?>
<a:theme xmlns:a="http://schemas.openxmlformats.org/drawingml/2006/main" name="Blank Slides">
  <a:themeElements>
    <a:clrScheme name="IFoA Colour Palette">
      <a:dk1>
        <a:srgbClr val="3F4548"/>
      </a:dk1>
      <a:lt1>
        <a:srgbClr val="FEFFFF"/>
      </a:lt1>
      <a:dk2>
        <a:srgbClr val="113458"/>
      </a:dk2>
      <a:lt2>
        <a:srgbClr val="FCFDF8"/>
      </a:lt2>
      <a:accent1>
        <a:srgbClr val="D9AB16"/>
      </a:accent1>
      <a:accent2>
        <a:srgbClr val="D01E45"/>
      </a:accent2>
      <a:accent3>
        <a:srgbClr val="EE741D"/>
      </a:accent3>
      <a:accent4>
        <a:srgbClr val="11B3A2"/>
      </a:accent4>
      <a:accent5>
        <a:srgbClr val="009CC8"/>
      </a:accent5>
      <a:accent6>
        <a:srgbClr val="8F4693"/>
      </a:accent6>
      <a:hlink>
        <a:srgbClr val="D9AB16"/>
      </a:hlink>
      <a:folHlink>
        <a:srgbClr val="D9AB1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27c8fa8-921c-4e76-a4fb-ab316639157b">
      <Terms xmlns="http://schemas.microsoft.com/office/infopath/2007/PartnerControls"/>
    </lcf76f155ced4ddcb4097134ff3c332f>
    <TaxCatchAll xmlns="65ef3215-eb9b-4145-815e-654dd1e8af6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69BB5B017E57643A9010A728B58DA5C" ma:contentTypeVersion="11" ma:contentTypeDescription="Create a new document." ma:contentTypeScope="" ma:versionID="bd67bf6eceadae8e79de8d9500d269f0">
  <xsd:schema xmlns:xsd="http://www.w3.org/2001/XMLSchema" xmlns:xs="http://www.w3.org/2001/XMLSchema" xmlns:p="http://schemas.microsoft.com/office/2006/metadata/properties" xmlns:ns2="427c8fa8-921c-4e76-a4fb-ab316639157b" xmlns:ns3="65ef3215-eb9b-4145-815e-654dd1e8af6c" targetNamespace="http://schemas.microsoft.com/office/2006/metadata/properties" ma:root="true" ma:fieldsID="543eb13995b4a5172de49f09202043c4" ns2:_="" ns3:_="">
    <xsd:import namespace="427c8fa8-921c-4e76-a4fb-ab316639157b"/>
    <xsd:import namespace="65ef3215-eb9b-4145-815e-654dd1e8af6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7c8fa8-921c-4e76-a4fb-ab31663915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c5664ec-2097-44f6-aef9-a995d752de4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ef3215-eb9b-4145-815e-654dd1e8af6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fb8b92b-6d5c-4dd4-aa92-b0877018010c}" ma:internalName="TaxCatchAll" ma:showField="CatchAllData" ma:web="65ef3215-eb9b-4145-815e-654dd1e8af6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F5F813-550E-4BB5-ADE3-752FACD4D223}">
  <ds:schemaRefs>
    <ds:schemaRef ds:uri="http://purl.org/dc/terms/"/>
    <ds:schemaRef ds:uri="82fe6656-41d8-448e-9020-eff81fcda23a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8a146ac8-57b8-400b-9b4e-17fb74d8cc93"/>
    <ds:schemaRef ds:uri="http://schemas.microsoft.com/office/2006/metadata/properties"/>
    <ds:schemaRef ds:uri="http://schemas.openxmlformats.org/package/2006/metadata/core-properties"/>
    <ds:schemaRef ds:uri="http://purl.org/dc/dcmitype/"/>
    <ds:schemaRef ds:uri="427c8fa8-921c-4e76-a4fb-ab316639157b"/>
    <ds:schemaRef ds:uri="65ef3215-eb9b-4145-815e-654dd1e8af6c"/>
  </ds:schemaRefs>
</ds:datastoreItem>
</file>

<file path=customXml/itemProps2.xml><?xml version="1.0" encoding="utf-8"?>
<ds:datastoreItem xmlns:ds="http://schemas.openxmlformats.org/officeDocument/2006/customXml" ds:itemID="{40C26788-4DC2-436E-8A96-8EFF94E1844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F32AE18-B89B-4431-8724-411DE5932123}"/>
</file>

<file path=docProps/app.xml><?xml version="1.0" encoding="utf-8"?>
<Properties xmlns="http://schemas.openxmlformats.org/officeDocument/2006/extended-properties" xmlns:vt="http://schemas.openxmlformats.org/officeDocument/2006/docPropsVTypes">
  <Template>SSE Master Slide</Template>
  <TotalTime>5840</TotalTime>
  <Words>117</Words>
  <Application>Microsoft Office PowerPoint</Application>
  <PresentationFormat>Custom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Light</vt:lpstr>
      <vt:lpstr>ARIAL-MDM</vt:lpstr>
      <vt:lpstr>Calibri</vt:lpstr>
      <vt:lpstr>Conference Covers</vt:lpstr>
      <vt:lpstr>1_Content slide layouts</vt:lpstr>
      <vt:lpstr>Blank Slides</vt:lpstr>
      <vt:lpstr>IFoA Life Conference 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Wong, Stephen</dc:creator>
  <cp:lastModifiedBy>Jemma Smith</cp:lastModifiedBy>
  <cp:revision>137</cp:revision>
  <dcterms:created xsi:type="dcterms:W3CDTF">2020-09-14T13:57:51Z</dcterms:created>
  <dcterms:modified xsi:type="dcterms:W3CDTF">2026-07-20T13:57:12Z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2020-01-15T00:00:00Z</vt:filetime>
  </property>
  <property fmtid="{D5CDD505-2E9C-101B-9397-08002B2CF9AE}" pid="3" name="Creator">
    <vt:lpwstr>Adobe InDesign 15.0 (Macintosh)</vt:lpwstr>
  </property>
  <property fmtid="{D5CDD505-2E9C-101B-9397-08002B2CF9AE}" pid="4" name="LastSaved">
    <vt:filetime>2020-01-15T00:00:00Z</vt:filetime>
  </property>
  <property fmtid="{D5CDD505-2E9C-101B-9397-08002B2CF9AE}" pid="5" name="ContentTypeId">
    <vt:lpwstr>0x010100C69BB5B017E57643A9010A728B58DA5C</vt:lpwstr>
  </property>
  <property fmtid="{D5CDD505-2E9C-101B-9397-08002B2CF9AE}" pid="6" name="MediaServiceImageTags">
    <vt:lpwstr/>
  </property>
</Properties>
</file>