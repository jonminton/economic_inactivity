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60" r:id="rId4"/>
    <p:sldMasterId id="2147484090" r:id="rId5"/>
    <p:sldMasterId id="2147483897" r:id="rId6"/>
  </p:sldMasterIdLst>
  <p:notesMasterIdLst>
    <p:notesMasterId r:id="rId9"/>
  </p:notesMasterIdLst>
  <p:handoutMasterIdLst>
    <p:handoutMasterId r:id="rId10"/>
  </p:handoutMasterIdLst>
  <p:sldIdLst>
    <p:sldId id="302" r:id="rId7"/>
    <p:sldId id="289" r:id="rId8"/>
  </p:sldIdLst>
  <p:sldSz cx="16256000" cy="9144000"/>
  <p:notesSz cx="16256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0D44AB-A073-7D60-BA1A-C438E60870FB}" name="Joan Grady" initials="JG" userId="S::JoanG@actuaries.org.uk::ea9b7451-2a0e-4dbc-af87-c15c24a1a3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B5"/>
    <a:srgbClr val="FCC50F"/>
    <a:srgbClr val="DC3E83"/>
    <a:srgbClr val="C11E44"/>
    <a:srgbClr val="E5712A"/>
    <a:srgbClr val="9400F8"/>
    <a:srgbClr val="6AA5CD"/>
    <a:srgbClr val="008151"/>
    <a:srgbClr val="1E3C69"/>
    <a:srgbClr val="EF2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 autoAdjust="0"/>
    <p:restoredTop sz="96054" autoAdjust="0"/>
  </p:normalViewPr>
  <p:slideViewPr>
    <p:cSldViewPr snapToGrid="0">
      <p:cViewPr varScale="1">
        <p:scale>
          <a:sx n="53" d="100"/>
          <a:sy n="53" d="100"/>
        </p:scale>
        <p:origin x="1032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1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mma Smith" userId="85a094ca-b438-4032-a4fe-03cdc83d4f0a" providerId="ADAL" clId="{F9376869-727D-4E34-8DE2-30DB9FC5E847}"/>
    <pc:docChg chg="modSld delMainMaster">
      <pc:chgData name="Jemma Smith" userId="85a094ca-b438-4032-a4fe-03cdc83d4f0a" providerId="ADAL" clId="{F9376869-727D-4E34-8DE2-30DB9FC5E847}" dt="2026-07-20T13:57:12.253" v="4" actId="20577"/>
      <pc:docMkLst>
        <pc:docMk/>
      </pc:docMkLst>
      <pc:sldChg chg="modSp mod">
        <pc:chgData name="Jemma Smith" userId="85a094ca-b438-4032-a4fe-03cdc83d4f0a" providerId="ADAL" clId="{F9376869-727D-4E34-8DE2-30DB9FC5E847}" dt="2026-07-20T13:57:12.253" v="4" actId="20577"/>
        <pc:sldMkLst>
          <pc:docMk/>
          <pc:sldMk cId="4236968464" sldId="289"/>
        </pc:sldMkLst>
        <pc:spChg chg="mod">
          <ac:chgData name="Jemma Smith" userId="85a094ca-b438-4032-a4fe-03cdc83d4f0a" providerId="ADAL" clId="{F9376869-727D-4E34-8DE2-30DB9FC5E847}" dt="2026-07-20T13:57:12.253" v="4" actId="20577"/>
          <ac:spMkLst>
            <pc:docMk/>
            <pc:sldMk cId="4236968464" sldId="289"/>
            <ac:spMk id="24" creationId="{FAC9A0FB-576E-47BE-729D-0DAFE0344F7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AF34AD-F03B-4FCC-A905-C259F7E72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79ADB-1ABD-4395-9516-7A28E16E51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6F64C-A6EA-4D30-8F6F-207E6D8A5736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A6EF5-6A30-48E5-86A7-B845C3DFBA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FA5C3-F50C-433C-ADF9-A540F6B43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4B978-5BC6-4E2E-9C92-7C2758F32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563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4061F-76E8-7547-8257-4E48B24CCEA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DC993-C0AB-7145-A5E3-AB377573B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8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DC993-C0AB-7145-A5E3-AB377573BF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5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0A36B0-3645-2D4E-5091-6E9F267DFA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-5815115" y="-1003495"/>
            <a:ext cx="12640733" cy="90711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A47AF0-8829-2C0D-597E-33E16B982D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7379320">
            <a:off x="10602392" y="-758731"/>
            <a:ext cx="12640733" cy="907119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AA7276D-7192-0B34-473D-EA39E90AE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6804" y="3896206"/>
            <a:ext cx="7882392" cy="1836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>
              <a:lnSpc>
                <a:spcPct val="90000"/>
              </a:lnSpc>
              <a:defRPr sz="7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IFoA Life</a:t>
            </a:r>
            <a:br>
              <a:rPr lang="en-US" dirty="0"/>
            </a:br>
            <a:r>
              <a:rPr lang="en-US" dirty="0"/>
              <a:t>Conference 2026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12CC90-F950-8886-A0EB-8ABBD93C87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798" y="2438316"/>
            <a:ext cx="2692398" cy="10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8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14020800" cy="5659894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9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1562793"/>
            <a:ext cx="6896104" cy="6467302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02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- Half page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575035"/>
            <a:ext cx="6896104" cy="745506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24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C532851-4697-4B02-B344-E4852AF78CB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04904" y="2269323"/>
            <a:ext cx="6896104" cy="5459310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8BE77E02-92D4-079E-ADD9-4455ABC3C3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229600" y="2269322"/>
            <a:ext cx="6896104" cy="5459309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6C5742-1F6C-A710-52FA-1248F020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628090A-C45A-2639-D2CB-86DE80EC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4833094-AB27-5E56-D6CB-92FC23315C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081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632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1BF38F80-87B4-544B-DF12-C4A9BD9565B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861501" y="2288900"/>
            <a:ext cx="4435365" cy="5784615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D3A9E38-14F9-AA40-C02D-6282D487A77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8"/>
            <a:ext cx="4435365" cy="578461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4435365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099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1675E5F-BA56-6DCE-7584-0ADE83BF6D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to add text or click one of the icons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593CB2-6696-ADC3-FC45-ED65D7E9C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2C8A32-0929-1533-11B3-52A19F702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78E6DBA-36BB-2D08-FD0B-EC3034A6A7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06503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ED9682E-9637-9A79-3C2C-9884B99CC38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92953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41C2E98-E532-B7AA-99DE-FDD3C8C7909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68306" y="2269322"/>
            <a:ext cx="3193143" cy="5784601"/>
          </a:xfr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lvl="0"/>
            <a:endParaRPr lang="en-GB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4C4DF2BD-647C-8875-244B-203CEF15829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1843658" y="2269322"/>
            <a:ext cx="3193143" cy="5784601"/>
          </a:xfrm>
        </p:spPr>
        <p:txBody>
          <a:bodyPr>
            <a:noAutofit/>
          </a:bodyPr>
          <a:lstStyle>
            <a:lvl1pPr marL="30479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text or click one of the icons below to insert media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00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1A82075-318E-FE63-214B-277AB26AD9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4020798" cy="5895552"/>
          </a:xfrm>
        </p:spPr>
        <p:txBody>
          <a:bodyPr numCol="2" spcCol="540000"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insert text which flows over 2 columns</a:t>
            </a:r>
          </a:p>
        </p:txBody>
      </p:sp>
    </p:spTree>
    <p:extLst>
      <p:ext uri="{BB962C8B-B14F-4D97-AF65-F5344CB8AC3E}">
        <p14:creationId xmlns:p14="http://schemas.microsoft.com/office/powerpoint/2010/main" val="278199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277027B-C185-A30F-5AED-F092B2367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112532"/>
            <a:ext cx="13985257" cy="5625287"/>
          </a:xfrm>
        </p:spPr>
        <p:txBody>
          <a:bodyPr numCol="3" spcCol="360000"/>
          <a:lstStyle>
            <a:lvl1pPr marL="0" indent="0" algn="l">
              <a:buNone/>
              <a:defRPr/>
            </a:lvl1pPr>
          </a:lstStyle>
          <a:p>
            <a:pPr lvl="0"/>
            <a:r>
              <a:rPr lang="en-GB" dirty="0"/>
              <a:t>Click to insert text which flows over 3 columns</a:t>
            </a:r>
          </a:p>
        </p:txBody>
      </p:sp>
    </p:spTree>
    <p:extLst>
      <p:ext uri="{BB962C8B-B14F-4D97-AF65-F5344CB8AC3E}">
        <p14:creationId xmlns:p14="http://schemas.microsoft.com/office/powerpoint/2010/main" val="2619942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lowing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F499182-B1CD-4399-99FD-7B1CA914F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D26DE28-F20D-4AC8-830A-0B227BBF3E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402079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F9D7237-5CD7-6037-7D60-81DA36BE7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4B538E-25FF-2CD8-CF5C-A8AD3F07F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D0E0B45-EF5B-71C0-EE7B-7084218663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00" y="2033665"/>
            <a:ext cx="13985257" cy="6036278"/>
          </a:xfrm>
        </p:spPr>
        <p:txBody>
          <a:bodyPr numCol="4" spcCol="360000"/>
          <a:lstStyle>
            <a:lvl1pPr marL="0" indent="0">
              <a:buNone/>
              <a:defRPr b="0" i="0">
                <a:latin typeface="Arial Light" pitchFamily="2" charset="77"/>
                <a:cs typeface="Arial" panose="020B0604020202020204" pitchFamily="34" charset="0"/>
              </a:defRPr>
            </a:lvl1pPr>
            <a:lvl2pPr>
              <a:defRPr b="0" i="0">
                <a:latin typeface="Arial Light" pitchFamily="2" charset="77"/>
                <a:cs typeface="Arial" panose="020B0604020202020204" pitchFamily="34" charset="0"/>
              </a:defRPr>
            </a:lvl2pPr>
            <a:lvl3pPr>
              <a:defRPr b="0" i="0">
                <a:latin typeface="Arial Light" pitchFamily="2" charset="77"/>
                <a:cs typeface="Arial" panose="020B0604020202020204" pitchFamily="34" charset="0"/>
              </a:defRPr>
            </a:lvl3pPr>
            <a:lvl4pPr>
              <a:defRPr b="0" i="0">
                <a:latin typeface="Arial Light" pitchFamily="2" charset="77"/>
                <a:cs typeface="Arial" panose="020B0604020202020204" pitchFamily="34" charset="0"/>
              </a:defRPr>
            </a:lvl4pPr>
            <a:lvl5pPr>
              <a:defRPr b="0" i="0">
                <a:latin typeface="Arial Light" pitchFamily="2" charset="77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insert text which flows over 4 columns</a:t>
            </a:r>
          </a:p>
        </p:txBody>
      </p:sp>
    </p:spTree>
    <p:extLst>
      <p:ext uri="{BB962C8B-B14F-4D97-AF65-F5344CB8AC3E}">
        <p14:creationId xmlns:p14="http://schemas.microsoft.com/office/powerpoint/2010/main" val="366883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n 3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8CB7FDC-00A7-7B90-CE40-65AA02F36E9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104904" y="2269323"/>
            <a:ext cx="9177279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 baseline="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45924F48-10A6-D386-6573-95AAB40DB4A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88739" y="2269309"/>
            <a:ext cx="4514118" cy="5665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2pPr>
            <a:lvl3pPr marL="1523962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3pPr>
            <a:lvl4pPr marL="2133547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4pPr>
            <a:lvl5pPr marL="2743131" indent="-304792">
              <a:buClr>
                <a:schemeClr val="accent1"/>
              </a:buClr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</a:defRPr>
            </a:lvl5pPr>
          </a:lstStyle>
          <a:p>
            <a:pPr lvl="0"/>
            <a:r>
              <a:rPr lang="en-GB" dirty="0"/>
              <a:t>Click one of the icons</a:t>
            </a:r>
            <a:br>
              <a:rPr lang="en-GB" dirty="0"/>
            </a:br>
            <a:r>
              <a:rPr lang="en-GB" dirty="0"/>
              <a:t> below to insert media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0F4604-732A-2FB0-E6FF-0331577B7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EEF7A8-D589-FB0C-1734-28318341D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20053E3-B033-D924-C090-76A8F4A33F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85256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56508B-9D1D-4B9C-D356-97C518AE3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4020798" cy="818882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08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78358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743131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</a:t>
            </a:r>
            <a:br>
              <a:rPr lang="en-GB" dirty="0"/>
            </a:br>
            <a:r>
              <a:rPr lang="en-GB" dirty="0"/>
              <a:t>of the icons below to insert media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78358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B29DB11-D16E-4E32-9950-179FAF3546C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74629" y="405087"/>
            <a:ext cx="5863772" cy="730474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72182E1-C703-5E9B-AF1E-2220AA60B4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78358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087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2F0192D-E8DE-61E3-DEC9-05AD0EC859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17600" y="2271252"/>
            <a:ext cx="8737598" cy="5438577"/>
          </a:xfr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1pPr>
            <a:lvl2pPr marL="91437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523962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3pPr>
            <a:lvl4pPr marL="2133547" indent="-304792">
              <a:buClr>
                <a:schemeClr val="accent3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4pPr>
            <a:lvl5pPr marL="2438339" indent="0">
              <a:buClr>
                <a:schemeClr val="accent3"/>
              </a:buClr>
              <a:buFont typeface="Arial" panose="020B0604020202020204" pitchFamily="34" charset="0"/>
              <a:buNone/>
              <a:defRPr sz="2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add text or click one of </a:t>
            </a:r>
            <a:br>
              <a:rPr lang="en-GB" dirty="0"/>
            </a:br>
            <a:r>
              <a:rPr lang="en-GB" dirty="0"/>
              <a:t>the icons below to insert media</a:t>
            </a:r>
          </a:p>
          <a:p>
            <a:pPr lvl="4"/>
            <a:endParaRPr lang="en-GB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201D773-B270-A904-F7B4-E3D12A509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8737599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5F658A-3036-925D-7B4C-FAAE8466A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3FC21040-7C3A-D93A-BACC-D0E0F715F6F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163331" y="405087"/>
            <a:ext cx="4975070" cy="341085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CA7DC709-43C4-BE86-719C-D5983D073DB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163331" y="4122058"/>
            <a:ext cx="4975070" cy="35692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D1B7872-CCAD-289C-1C26-F2E8BFC8556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8737597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768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1E54B20A-0ED5-60AB-9116-D7F540559CA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22858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17599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Picture Placeholder 23">
            <a:extLst>
              <a:ext uri="{FF2B5EF4-FFF2-40B4-BE49-F238E27FC236}">
                <a16:creationId xmlns:a16="http://schemas.microsoft.com/office/drawing/2014/main" id="{BE21E811-6F8B-2D50-58A6-ACEE6EA28B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458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50608C-32BB-CCC4-447F-12ECBE13C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7601" y="405087"/>
            <a:ext cx="13923166" cy="809696"/>
          </a:xfrm>
        </p:spPr>
        <p:txBody>
          <a:bodyPr>
            <a:normAutofit/>
          </a:bodyPr>
          <a:lstStyle>
            <a:lvl1pPr>
              <a:defRPr sz="4400" cap="none" baseline="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0A7FBBD-F834-15B2-2E8F-951D0E1E44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17601" y="1214783"/>
            <a:ext cx="13948228" cy="653900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tx1"/>
                </a:solidFill>
                <a:latin typeface="ARIAL-MDM" pitchFamily="2" charset="77"/>
              </a:defRPr>
            </a:lvl1pPr>
          </a:lstStyle>
          <a:p>
            <a:pPr lvl="0"/>
            <a:r>
              <a:rPr lang="en-US" dirty="0"/>
              <a:t>Subhead</a:t>
            </a:r>
            <a:endParaRPr lang="en-GB" dirty="0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53AB13EF-0BA9-6520-3A3D-C0EFE0FD43A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70629" y="2227720"/>
            <a:ext cx="4320000" cy="504759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3F1B95EC-FF59-D907-FFE4-D9726189FAA6}"/>
              </a:ext>
            </a:extLst>
          </p:cNvPr>
          <p:cNvSpPr txBox="1">
            <a:spLocks/>
          </p:cNvSpPr>
          <p:nvPr userDrawn="1"/>
        </p:nvSpPr>
        <p:spPr>
          <a:xfrm>
            <a:off x="59653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0E7CABF-5EAF-F4E1-72CE-E3591D5B4F9C}"/>
              </a:ext>
            </a:extLst>
          </p:cNvPr>
          <p:cNvSpPr txBox="1">
            <a:spLocks/>
          </p:cNvSpPr>
          <p:nvPr userDrawn="1"/>
        </p:nvSpPr>
        <p:spPr>
          <a:xfrm>
            <a:off x="10740571" y="7479273"/>
            <a:ext cx="4319999" cy="27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325471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umbnail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23DC44-3B0C-C87B-E24C-89B80897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E2CF2B2-CE90-1EC2-8033-61D78C5C9560}"/>
              </a:ext>
            </a:extLst>
          </p:cNvPr>
          <p:cNvSpPr txBox="1">
            <a:spLocks/>
          </p:cNvSpPr>
          <p:nvPr userDrawn="1"/>
        </p:nvSpPr>
        <p:spPr>
          <a:xfrm>
            <a:off x="1132110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0CD1E30-D050-4126-D7E1-07DB4F673A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2109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ED0EADB-D05B-A497-5CC0-51E46F04F7E2}"/>
              </a:ext>
            </a:extLst>
          </p:cNvPr>
          <p:cNvSpPr txBox="1">
            <a:spLocks/>
          </p:cNvSpPr>
          <p:nvPr userDrawn="1"/>
        </p:nvSpPr>
        <p:spPr>
          <a:xfrm>
            <a:off x="4746168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3306FA8E-5404-C01E-927B-29F904AA8F9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46167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0A93B9D-5E0A-A718-C13B-FE01C42D559F}"/>
              </a:ext>
            </a:extLst>
          </p:cNvPr>
          <p:cNvSpPr txBox="1">
            <a:spLocks/>
          </p:cNvSpPr>
          <p:nvPr userDrawn="1"/>
        </p:nvSpPr>
        <p:spPr>
          <a:xfrm>
            <a:off x="8360226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E7A50FA6-8234-EA95-2A47-39241CFC07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60225" y="522284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6A0D816E-D4AF-433A-69BE-807521951344}"/>
              </a:ext>
            </a:extLst>
          </p:cNvPr>
          <p:cNvSpPr txBox="1">
            <a:spLocks/>
          </p:cNvSpPr>
          <p:nvPr userDrawn="1"/>
        </p:nvSpPr>
        <p:spPr>
          <a:xfrm>
            <a:off x="11974283" y="2704416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2" name="Picture Placeholder 23">
            <a:extLst>
              <a:ext uri="{FF2B5EF4-FFF2-40B4-BE49-F238E27FC236}">
                <a16:creationId xmlns:a16="http://schemas.microsoft.com/office/drawing/2014/main" id="{37D36736-E5C4-D510-24F7-E3E8DA889F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974282" y="522284"/>
            <a:ext cx="3106738" cy="20764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75E8601B-5C57-0BE3-4F75-8296F81EC500}"/>
              </a:ext>
            </a:extLst>
          </p:cNvPr>
          <p:cNvSpPr txBox="1">
            <a:spLocks/>
          </p:cNvSpPr>
          <p:nvPr userDrawn="1"/>
        </p:nvSpPr>
        <p:spPr>
          <a:xfrm>
            <a:off x="1132110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B246A558-3A99-3774-978B-079E67BE5A9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2109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9FF048B5-45F9-1E6F-B7DA-5CDF2F524748}"/>
              </a:ext>
            </a:extLst>
          </p:cNvPr>
          <p:cNvSpPr txBox="1">
            <a:spLocks/>
          </p:cNvSpPr>
          <p:nvPr userDrawn="1"/>
        </p:nvSpPr>
        <p:spPr>
          <a:xfrm>
            <a:off x="4746168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3881D084-0D11-14A0-776A-7C423BA18C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46167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5B67010-4466-C4F2-6B31-8F7360F681A1}"/>
              </a:ext>
            </a:extLst>
          </p:cNvPr>
          <p:cNvSpPr txBox="1">
            <a:spLocks/>
          </p:cNvSpPr>
          <p:nvPr userDrawn="1"/>
        </p:nvSpPr>
        <p:spPr>
          <a:xfrm>
            <a:off x="8360226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DAB7F4E5-A04F-BBF5-81F4-67355D1637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60225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4C42F6C7-AAC2-8778-499D-C164828408DF}"/>
              </a:ext>
            </a:extLst>
          </p:cNvPr>
          <p:cNvSpPr txBox="1">
            <a:spLocks/>
          </p:cNvSpPr>
          <p:nvPr userDrawn="1"/>
        </p:nvSpPr>
        <p:spPr>
          <a:xfrm>
            <a:off x="11974283" y="5302473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0" name="Picture Placeholder 23">
            <a:extLst>
              <a:ext uri="{FF2B5EF4-FFF2-40B4-BE49-F238E27FC236}">
                <a16:creationId xmlns:a16="http://schemas.microsoft.com/office/drawing/2014/main" id="{5EFAAFFD-4B6F-A01D-FB8D-E1CEE2ADB98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74282" y="3120341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E4A8696-1F8F-C702-AC0F-D9C70FA977DB}"/>
              </a:ext>
            </a:extLst>
          </p:cNvPr>
          <p:cNvSpPr txBox="1">
            <a:spLocks/>
          </p:cNvSpPr>
          <p:nvPr userDrawn="1"/>
        </p:nvSpPr>
        <p:spPr>
          <a:xfrm>
            <a:off x="1132110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48525AE3-22AF-AB5E-B257-E390E05DCF4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2109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2DB5F926-5570-5FB5-10F3-958A3436E4B2}"/>
              </a:ext>
            </a:extLst>
          </p:cNvPr>
          <p:cNvSpPr txBox="1">
            <a:spLocks/>
          </p:cNvSpPr>
          <p:nvPr userDrawn="1"/>
        </p:nvSpPr>
        <p:spPr>
          <a:xfrm>
            <a:off x="4746168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4" name="Picture Placeholder 23">
            <a:extLst>
              <a:ext uri="{FF2B5EF4-FFF2-40B4-BE49-F238E27FC236}">
                <a16:creationId xmlns:a16="http://schemas.microsoft.com/office/drawing/2014/main" id="{1C6351E8-B42F-7A4F-3F19-3E005A51DB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46167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0504FC3D-6ABC-68D4-8027-CE6DFF05BF6B}"/>
              </a:ext>
            </a:extLst>
          </p:cNvPr>
          <p:cNvSpPr txBox="1">
            <a:spLocks/>
          </p:cNvSpPr>
          <p:nvPr userDrawn="1"/>
        </p:nvSpPr>
        <p:spPr>
          <a:xfrm>
            <a:off x="8360226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6" name="Picture Placeholder 23">
            <a:extLst>
              <a:ext uri="{FF2B5EF4-FFF2-40B4-BE49-F238E27FC236}">
                <a16:creationId xmlns:a16="http://schemas.microsoft.com/office/drawing/2014/main" id="{38E88081-1294-4E5E-E7B8-648E83EA9E5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0225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0D01F23B-2855-CC9C-BD6F-B9DA99CEA871}"/>
              </a:ext>
            </a:extLst>
          </p:cNvPr>
          <p:cNvSpPr txBox="1">
            <a:spLocks/>
          </p:cNvSpPr>
          <p:nvPr userDrawn="1"/>
        </p:nvSpPr>
        <p:spPr>
          <a:xfrm>
            <a:off x="11974283" y="7915044"/>
            <a:ext cx="3106738" cy="300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7313" indent="-87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8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6pPr>
            <a:lvl7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7pPr>
            <a:lvl8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8pPr>
            <a:lvl9pPr marL="719138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A1802AC9-D438-0940-F6FA-4EF796B507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1974282" y="5732912"/>
            <a:ext cx="3106738" cy="2076450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8E30A6DC-06ED-2E3E-EC0A-0AF6E562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121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01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577C-5ADA-DE55-B128-83AA66D6C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18304-6C36-249F-E42A-4B587A18B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176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 footer -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C406F6-FE38-14E0-8BF8-B9AC42B3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18B60AF-E1FE-C3E6-C9A3-0721F1D08E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B7D33-8423-976F-F4E8-092F373CB4D4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334B112-156D-B47A-A01E-403E49BC03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409"/>
            <a:ext cx="1366353" cy="5550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CD1887-4E9C-5FF9-418B-2EFD255594FE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215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ithout footer - Backgrou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14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F25C570-C0B9-76B3-4BFD-E6B3A057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630D8FD-A6F6-6EE4-2434-A38016314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3F4E8-5CDA-8955-4BFE-A2FCDD5BA0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635"/>
            <a:ext cx="1366353" cy="554629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CA03778-E4AF-D519-D257-3D5B728D2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516921-5FEC-FB3B-75CE-FB6663376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708CF7-AFA2-B03F-3762-97D636B572D0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886170-12CD-9DF7-29C3-124E4C5EF48A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68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400" b="1" i="0" kern="1200" spc="-1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479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 Light" pitchFamily="2" charset="77"/>
          <a:ea typeface="+mn-ea"/>
          <a:cs typeface="Arial" panose="020B0604020202020204" pitchFamily="34" charset="0"/>
        </a:defRPr>
      </a:lvl1pPr>
      <a:lvl2pPr marL="91437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 Light" pitchFamily="2" charset="77"/>
          <a:ea typeface="+mn-ea"/>
          <a:cs typeface="Arial" panose="020B0604020202020204" pitchFamily="34" charset="0"/>
        </a:defRPr>
      </a:lvl2pPr>
      <a:lvl3pPr marL="1523962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 Light" pitchFamily="2" charset="77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 Light" pitchFamily="2" charset="77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 Light" pitchFamily="2" charset="77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9E5E3-50B6-4FBB-92A3-9FF023DD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8E6F-0121-4691-8E7F-4F7004A7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5B6EA79-ADD6-536F-9385-DD3D12B23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2592FD6-5F90-36CF-89E1-38DFB0DCD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2459A5-41A4-9F91-CD93-561B1A34EFD3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3BB4BF-B293-D332-15CC-111A2FEAA3DA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59BA104-4A55-2960-85E0-106CAE1FF31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6" y="8348635"/>
            <a:ext cx="1366351" cy="5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6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098" r:id="rId8"/>
    <p:sldLayoutId id="2147484099" r:id="rId9"/>
    <p:sldLayoutId id="2147484100" r:id="rId10"/>
    <p:sldLayoutId id="2147484101" r:id="rId11"/>
    <p:sldLayoutId id="2147484102" r:id="rId12"/>
    <p:sldLayoutId id="2147484103" r:id="rId13"/>
    <p:sldLayoutId id="2147484104" r:id="rId14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400" b="1" i="0" kern="1200" spc="-1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479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37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3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9E5E3-50B6-4FBB-92A3-9FF023DD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8E6F-0121-4691-8E7F-4F7004A7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644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2F200D-848E-FCA7-CEE7-C3A16BDD429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50415" y="8348635"/>
            <a:ext cx="1366353" cy="554629"/>
          </a:xfrm>
          <a:prstGeom prst="rect">
            <a:avLst/>
          </a:prstGeom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BD97F80B-912B-9BAB-E4A2-3A8BC1336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7600" y="8382533"/>
            <a:ext cx="1136809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C107E2B-92C7-C410-9DB1-828DE7DBB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573177" y="8382533"/>
            <a:ext cx="529680" cy="48683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0FC62D0-A2F2-4BF8-8DAC-E86C11000EC3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974C6E-57E6-DAC2-B12F-C7C5F8AA94F5}"/>
              </a:ext>
            </a:extLst>
          </p:cNvPr>
          <p:cNvCxnSpPr>
            <a:cxnSpLocks/>
          </p:cNvCxnSpPr>
          <p:nvPr userDrawn="1"/>
        </p:nvCxnSpPr>
        <p:spPr>
          <a:xfrm>
            <a:off x="14411899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0E9DA1-EA1C-F4E2-697B-CF7B512536B1}"/>
              </a:ext>
            </a:extLst>
          </p:cNvPr>
          <p:cNvCxnSpPr>
            <a:cxnSpLocks/>
          </p:cNvCxnSpPr>
          <p:nvPr userDrawn="1"/>
        </p:nvCxnSpPr>
        <p:spPr>
          <a:xfrm>
            <a:off x="12689014" y="8360757"/>
            <a:ext cx="0" cy="530384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54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4133" r:id="rId3"/>
    <p:sldLayoutId id="2147484109" r:id="rId4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400" b="1" i="0" kern="1200" spc="-1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4792" indent="-304792" algn="l" defTabSz="1219170" rtl="0" eaLnBrk="1" latinLnBrk="0" hangingPunct="1">
        <a:lnSpc>
          <a:spcPct val="100000"/>
        </a:lnSpc>
        <a:spcBef>
          <a:spcPts val="1333"/>
        </a:spcBef>
        <a:buClr>
          <a:schemeClr val="accent1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37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1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1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1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3131" indent="-304792" algn="l" defTabSz="1219170" rtl="0" eaLnBrk="1" latinLnBrk="0" hangingPunct="1">
        <a:lnSpc>
          <a:spcPct val="100000"/>
        </a:lnSpc>
        <a:spcBef>
          <a:spcPts val="667"/>
        </a:spcBef>
        <a:buClr>
          <a:schemeClr val="accent1"/>
        </a:buClr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BBF01D-71AF-2AA4-9C97-E43E574E7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IFoA Life Conference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1A352A-E150-6CA4-17A5-C5CC01DA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IFoA Life</a:t>
            </a:r>
            <a:br>
              <a:rPr lang="en-US" dirty="0"/>
            </a:br>
            <a:r>
              <a:rPr lang="en-US" dirty="0"/>
              <a:t>Conference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359CE-CB65-7948-B2AD-96F3742DE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FC62D0-A2F2-4BF8-8DAC-E86C11000EC3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28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522A-9BCE-0EBA-EBF1-0F652F80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FA64B-12F8-4C98-2C9E-E0E9C4757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725775" y="8382000"/>
            <a:ext cx="530225" cy="487363"/>
          </a:xfrm>
        </p:spPr>
        <p:txBody>
          <a:bodyPr/>
          <a:lstStyle/>
          <a:p>
            <a:fld id="{40FC62D0-A2F2-4BF8-8DAC-E86C11000EC3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E30CC-EFA4-AE8D-65DF-BFF069833A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8382000"/>
            <a:ext cx="11368088" cy="487363"/>
          </a:xfrm>
        </p:spPr>
        <p:txBody>
          <a:bodyPr/>
          <a:lstStyle/>
          <a:p>
            <a:r>
              <a:rPr lang="en-GB" dirty="0"/>
              <a:t>IFOA PowerPoint template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41C69-290D-DEF0-CA9E-743E0F71021A}"/>
              </a:ext>
            </a:extLst>
          </p:cNvPr>
          <p:cNvSpPr/>
          <p:nvPr/>
        </p:nvSpPr>
        <p:spPr>
          <a:xfrm>
            <a:off x="6770178" y="-2346"/>
            <a:ext cx="9632176" cy="9146346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7280A0-E406-4465-5174-EFB875B5B1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20"/>
          <a:stretch>
            <a:fillRect/>
          </a:stretch>
        </p:blipFill>
        <p:spPr>
          <a:xfrm>
            <a:off x="9252563" y="3693140"/>
            <a:ext cx="6324600" cy="4732123"/>
          </a:xfrm>
          <a:prstGeom prst="rect">
            <a:avLst/>
          </a:prstGeom>
        </p:spPr>
      </p:pic>
      <p:pic>
        <p:nvPicPr>
          <p:cNvPr id="9" name="Picture 8" descr="A screenshot of a presentation&#10;&#10;AI-generated content may be incorrect.">
            <a:extLst>
              <a:ext uri="{FF2B5EF4-FFF2-40B4-BE49-F238E27FC236}">
                <a16:creationId xmlns:a16="http://schemas.microsoft.com/office/drawing/2014/main" id="{85DA7FB1-58BF-5BE7-4276-AA5999D3EB9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" t="50701" r="-553" b="5988"/>
          <a:stretch>
            <a:fillRect/>
          </a:stretch>
        </p:blipFill>
        <p:spPr>
          <a:xfrm>
            <a:off x="7331528" y="-2346"/>
            <a:ext cx="5499100" cy="276127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639D6C-3307-9FF5-DF81-CA347A284168}"/>
              </a:ext>
            </a:extLst>
          </p:cNvPr>
          <p:cNvSpPr/>
          <p:nvPr/>
        </p:nvSpPr>
        <p:spPr>
          <a:xfrm>
            <a:off x="7451111" y="2268301"/>
            <a:ext cx="5384800" cy="458469"/>
          </a:xfrm>
          <a:prstGeom prst="roundRect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7A55F83-081F-B359-8217-C179128A84F2}"/>
              </a:ext>
            </a:extLst>
          </p:cNvPr>
          <p:cNvSpPr txBox="1">
            <a:spLocks/>
          </p:cNvSpPr>
          <p:nvPr/>
        </p:nvSpPr>
        <p:spPr>
          <a:xfrm>
            <a:off x="6881586" y="1904188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1.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19FE04D-35B3-287B-70A3-A53C069E9417}"/>
              </a:ext>
            </a:extLst>
          </p:cNvPr>
          <p:cNvSpPr txBox="1">
            <a:spLocks/>
          </p:cNvSpPr>
          <p:nvPr/>
        </p:nvSpPr>
        <p:spPr>
          <a:xfrm>
            <a:off x="7042125" y="3513197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2.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6E1BFB3-9C7F-0F5B-7FC0-2BD4F89537B9}"/>
              </a:ext>
            </a:extLst>
          </p:cNvPr>
          <p:cNvSpPr txBox="1">
            <a:spLocks/>
          </p:cNvSpPr>
          <p:nvPr/>
        </p:nvSpPr>
        <p:spPr>
          <a:xfrm>
            <a:off x="7136494" y="5066732"/>
            <a:ext cx="449942" cy="46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3.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F3C34D4-A448-2E0C-C3A3-0ED1859CD684}"/>
              </a:ext>
            </a:extLst>
          </p:cNvPr>
          <p:cNvSpPr txBox="1">
            <a:spLocks/>
          </p:cNvSpPr>
          <p:nvPr/>
        </p:nvSpPr>
        <p:spPr>
          <a:xfrm>
            <a:off x="12956768" y="6768088"/>
            <a:ext cx="451172" cy="46504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cap="none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b="0" spc="0" dirty="0">
                <a:solidFill>
                  <a:schemeClr val="accent3"/>
                </a:solidFill>
              </a:rPr>
              <a:t>4.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9AEDE7-0A97-12BC-D150-4B09C4E0D871}"/>
              </a:ext>
            </a:extLst>
          </p:cNvPr>
          <p:cNvSpPr txBox="1"/>
          <p:nvPr/>
        </p:nvSpPr>
        <p:spPr>
          <a:xfrm>
            <a:off x="13260388" y="1861404"/>
            <a:ext cx="20964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First make sure no slides are pre-selected. Your cursor should be a blinking horizontal line underneath the last slide.</a:t>
            </a:r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6D345-4B7A-5978-2231-838908A8346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1517" y="3280004"/>
            <a:ext cx="749300" cy="8636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A5BEFC-4AE3-72B0-0271-556E417DA6FA}"/>
              </a:ext>
            </a:extLst>
          </p:cNvPr>
          <p:cNvSpPr/>
          <p:nvPr/>
        </p:nvSpPr>
        <p:spPr>
          <a:xfrm>
            <a:off x="7548550" y="3209943"/>
            <a:ext cx="1077584" cy="1003721"/>
          </a:xfrm>
          <a:prstGeom prst="roundRect">
            <a:avLst/>
          </a:prstGeom>
          <a:noFill/>
          <a:ln w="635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DE57DE-BD6F-2E39-F43F-C6777114F5AC}"/>
              </a:ext>
            </a:extLst>
          </p:cNvPr>
          <p:cNvSpPr txBox="1"/>
          <p:nvPr/>
        </p:nvSpPr>
        <p:spPr>
          <a:xfrm>
            <a:off x="7517390" y="4927129"/>
            <a:ext cx="15792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Layouts </a:t>
            </a:r>
            <a:br>
              <a:rPr lang="en-US" sz="1200" dirty="0"/>
            </a:br>
            <a:r>
              <a:rPr lang="en-US" sz="1200" dirty="0"/>
              <a:t>are </a:t>
            </a:r>
            <a:r>
              <a:rPr lang="en-US" sz="1200" dirty="0" err="1"/>
              <a:t>organised</a:t>
            </a:r>
            <a:r>
              <a:rPr lang="en-US" sz="1200" dirty="0"/>
              <a:t> </a:t>
            </a:r>
          </a:p>
          <a:p>
            <a:r>
              <a:rPr lang="en-US" sz="1200" dirty="0"/>
              <a:t>into categories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069B28-F6ED-9F97-8E70-A774D67183C8}"/>
              </a:ext>
            </a:extLst>
          </p:cNvPr>
          <p:cNvCxnSpPr>
            <a:cxnSpLocks/>
          </p:cNvCxnSpPr>
          <p:nvPr/>
        </p:nvCxnSpPr>
        <p:spPr>
          <a:xfrm flipV="1">
            <a:off x="8594196" y="3812084"/>
            <a:ext cx="658367" cy="127269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7C5564-FF97-3729-3297-0DE2B476CDEC}"/>
              </a:ext>
            </a:extLst>
          </p:cNvPr>
          <p:cNvCxnSpPr>
            <a:cxnSpLocks/>
          </p:cNvCxnSpPr>
          <p:nvPr/>
        </p:nvCxnSpPr>
        <p:spPr>
          <a:xfrm>
            <a:off x="8594196" y="5573460"/>
            <a:ext cx="709867" cy="1563340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743A0B0B-495B-8F73-0CD9-11B64A925ECF}"/>
              </a:ext>
            </a:extLst>
          </p:cNvPr>
          <p:cNvSpPr txBox="1">
            <a:spLocks/>
          </p:cNvSpPr>
          <p:nvPr/>
        </p:nvSpPr>
        <p:spPr>
          <a:xfrm>
            <a:off x="778211" y="982663"/>
            <a:ext cx="3349625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15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spc="0"/>
              <a:t>Let’s get you started!</a:t>
            </a:r>
            <a:endParaRPr lang="en-US" sz="2400" spc="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AC9A0FB-576E-47BE-729D-0DAFE0344F79}"/>
              </a:ext>
            </a:extLst>
          </p:cNvPr>
          <p:cNvSpPr txBox="1">
            <a:spLocks/>
          </p:cNvSpPr>
          <p:nvPr/>
        </p:nvSpPr>
        <p:spPr>
          <a:xfrm>
            <a:off x="778211" y="2495550"/>
            <a:ext cx="5602288" cy="3968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100000"/>
              </a:lnSpc>
              <a:spcBef>
                <a:spcPts val="1333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/>
              <a:t>This template contains a variety of</a:t>
            </a:r>
            <a:br>
              <a:rPr lang="en-US" sz="2000" dirty="0"/>
            </a:br>
            <a:r>
              <a:rPr lang="en-US" sz="2000" dirty="0"/>
              <a:t>pre-defined, customizable layouts.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Follow the steps below to insert a new slide: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sure no existing slides are selected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Click 'Home', then 'New slide'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Select your preferred layout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layout will load into your deck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your content and adjust the </a:t>
            </a:r>
            <a:br>
              <a:rPr lang="en-US" sz="2000" dirty="0"/>
            </a:br>
            <a:r>
              <a:rPr lang="en-US" sz="2000" dirty="0"/>
              <a:t>slide to suit </a:t>
            </a:r>
            <a:r>
              <a:rPr lang="en-US" sz="2000"/>
              <a:t>your needs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4F85ACA-4A98-5FCB-0C68-A23E32728388}"/>
              </a:ext>
            </a:extLst>
          </p:cNvPr>
          <p:cNvSpPr txBox="1">
            <a:spLocks/>
          </p:cNvSpPr>
          <p:nvPr/>
        </p:nvSpPr>
        <p:spPr>
          <a:xfrm>
            <a:off x="778211" y="1627188"/>
            <a:ext cx="4638675" cy="673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04792" indent="-304792" algn="l" defTabSz="1219170" rtl="0" eaLnBrk="1" latinLnBrk="0" hangingPunct="1">
              <a:lnSpc>
                <a:spcPct val="100000"/>
              </a:lnSpc>
              <a:spcBef>
                <a:spcPts val="1333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3131" indent="-304792" algn="l" defTabSz="1219170" rtl="0" eaLnBrk="1" latinLnBrk="0" hangingPunct="1">
              <a:lnSpc>
                <a:spcPct val="100000"/>
              </a:lnSpc>
              <a:spcBef>
                <a:spcPts val="667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/>
              <a:t>Insert a new slide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23696846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rence Cover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2.xml><?xml version="1.0" encoding="utf-8"?>
<a:theme xmlns:a="http://schemas.openxmlformats.org/drawingml/2006/main" name="1_Content slide layouts">
  <a:themeElements>
    <a:clrScheme name="Custom 1">
      <a:dk1>
        <a:srgbClr val="3F3F3F"/>
      </a:dk1>
      <a:lt1>
        <a:srgbClr val="FFFFFF"/>
      </a:lt1>
      <a:dk2>
        <a:srgbClr val="002D72"/>
      </a:dk2>
      <a:lt2>
        <a:srgbClr val="FFFFFF"/>
      </a:lt2>
      <a:accent1>
        <a:srgbClr val="0097A9"/>
      </a:accent1>
      <a:accent2>
        <a:srgbClr val="A2B2C8"/>
      </a:accent2>
      <a:accent3>
        <a:srgbClr val="F6B21B"/>
      </a:accent3>
      <a:accent4>
        <a:srgbClr val="6BCABA"/>
      </a:accent4>
      <a:accent5>
        <a:srgbClr val="66C1CB"/>
      </a:accent5>
      <a:accent6>
        <a:srgbClr val="C7D1DE"/>
      </a:accent6>
      <a:hlink>
        <a:srgbClr val="33578E"/>
      </a:hlink>
      <a:folHlink>
        <a:srgbClr val="829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3.xml><?xml version="1.0" encoding="utf-8"?>
<a:theme xmlns:a="http://schemas.openxmlformats.org/drawingml/2006/main" name="Blank Slides">
  <a:themeElements>
    <a:clrScheme name="IFoA Colour Palette">
      <a:dk1>
        <a:srgbClr val="3F4548"/>
      </a:dk1>
      <a:lt1>
        <a:srgbClr val="FEFFFF"/>
      </a:lt1>
      <a:dk2>
        <a:srgbClr val="113458"/>
      </a:dk2>
      <a:lt2>
        <a:srgbClr val="FCFDF8"/>
      </a:lt2>
      <a:accent1>
        <a:srgbClr val="D9AB16"/>
      </a:accent1>
      <a:accent2>
        <a:srgbClr val="D01E45"/>
      </a:accent2>
      <a:accent3>
        <a:srgbClr val="EE741D"/>
      </a:accent3>
      <a:accent4>
        <a:srgbClr val="11B3A2"/>
      </a:accent4>
      <a:accent5>
        <a:srgbClr val="009CC8"/>
      </a:accent5>
      <a:accent6>
        <a:srgbClr val="8F4693"/>
      </a:accent6>
      <a:hlink>
        <a:srgbClr val="D9AB16"/>
      </a:hlink>
      <a:folHlink>
        <a:srgbClr val="D9AB1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E_Group_PowerPoint_Template use" id="{E4657FDB-B5CC-4A41-BF6D-183D81AD8D22}" vid="{1F5C7FD9-EB8F-2541-9465-A7ED6875543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7c8fa8-921c-4e76-a4fb-ab316639157b">
      <Terms xmlns="http://schemas.microsoft.com/office/infopath/2007/PartnerControls"/>
    </lcf76f155ced4ddcb4097134ff3c332f>
    <TaxCatchAll xmlns="65ef3215-eb9b-4145-815e-654dd1e8af6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9BB5B017E57643A9010A728B58DA5C" ma:contentTypeVersion="11" ma:contentTypeDescription="Create a new document." ma:contentTypeScope="" ma:versionID="bd67bf6eceadae8e79de8d9500d269f0">
  <xsd:schema xmlns:xsd="http://www.w3.org/2001/XMLSchema" xmlns:xs="http://www.w3.org/2001/XMLSchema" xmlns:p="http://schemas.microsoft.com/office/2006/metadata/properties" xmlns:ns2="427c8fa8-921c-4e76-a4fb-ab316639157b" xmlns:ns3="65ef3215-eb9b-4145-815e-654dd1e8af6c" targetNamespace="http://schemas.microsoft.com/office/2006/metadata/properties" ma:root="true" ma:fieldsID="543eb13995b4a5172de49f09202043c4" ns2:_="" ns3:_="">
    <xsd:import namespace="427c8fa8-921c-4e76-a4fb-ab316639157b"/>
    <xsd:import namespace="65ef3215-eb9b-4145-815e-654dd1e8af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c8fa8-921c-4e76-a4fb-ab31663915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c5664ec-2097-44f6-aef9-a995d752de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f3215-eb9b-4145-815e-654dd1e8af6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fb8b92b-6d5c-4dd4-aa92-b0877018010c}" ma:internalName="TaxCatchAll" ma:showField="CatchAllData" ma:web="65ef3215-eb9b-4145-815e-654dd1e8af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F5F813-550E-4BB5-ADE3-752FACD4D223}">
  <ds:schemaRefs>
    <ds:schemaRef ds:uri="http://purl.org/dc/terms/"/>
    <ds:schemaRef ds:uri="82fe6656-41d8-448e-9020-eff81fcda23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8a146ac8-57b8-400b-9b4e-17fb74d8cc93"/>
    <ds:schemaRef ds:uri="http://schemas.microsoft.com/office/2006/metadata/properties"/>
    <ds:schemaRef ds:uri="http://schemas.openxmlformats.org/package/2006/metadata/core-properties"/>
    <ds:schemaRef ds:uri="http://purl.org/dc/dcmitype/"/>
    <ds:schemaRef ds:uri="427c8fa8-921c-4e76-a4fb-ab316639157b"/>
    <ds:schemaRef ds:uri="65ef3215-eb9b-4145-815e-654dd1e8af6c"/>
  </ds:schemaRefs>
</ds:datastoreItem>
</file>

<file path=customXml/itemProps2.xml><?xml version="1.0" encoding="utf-8"?>
<ds:datastoreItem xmlns:ds="http://schemas.openxmlformats.org/officeDocument/2006/customXml" ds:itemID="{40C26788-4DC2-436E-8A96-8EFF94E184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32AE18-B89B-4431-8724-411DE5932123}"/>
</file>

<file path=docProps/app.xml><?xml version="1.0" encoding="utf-8"?>
<Properties xmlns="http://schemas.openxmlformats.org/officeDocument/2006/extended-properties" xmlns:vt="http://schemas.openxmlformats.org/officeDocument/2006/docPropsVTypes">
  <Template>SSE Master Slide</Template>
  <TotalTime>5840</TotalTime>
  <Words>117</Words>
  <Application>Microsoft Office PowerPoint</Application>
  <PresentationFormat>Custom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Light</vt:lpstr>
      <vt:lpstr>ARIAL-MDM</vt:lpstr>
      <vt:lpstr>Calibri</vt:lpstr>
      <vt:lpstr>Conference Covers</vt:lpstr>
      <vt:lpstr>1_Content slide layouts</vt:lpstr>
      <vt:lpstr>Blank Slides</vt:lpstr>
      <vt:lpstr>IFoA Life Conference 2026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Wong, Stephen</dc:creator>
  <cp:lastModifiedBy>Jemma Smith</cp:lastModifiedBy>
  <cp:revision>137</cp:revision>
  <dcterms:created xsi:type="dcterms:W3CDTF">2020-09-14T13:57:51Z</dcterms:created>
  <dcterms:modified xsi:type="dcterms:W3CDTF">2026-07-20T13:57:12Z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2020-01-15T00:00:00Z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2020-01-15T00:00:00Z</vt:filetime>
  </property>
  <property fmtid="{D5CDD505-2E9C-101B-9397-08002B2CF9AE}" pid="5" name="ContentTypeId">
    <vt:lpwstr>0x010100C69BB5B017E57643A9010A728B58DA5C</vt:lpwstr>
  </property>
  <property fmtid="{D5CDD505-2E9C-101B-9397-08002B2CF9AE}" pid="6" name="MediaServiceImageTags">
    <vt:lpwstr/>
  </property>
</Properties>
</file>